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775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56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26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35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0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05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62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74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1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48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45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B2893-8B1A-422B-BE0F-29F2BDA155D6}" type="datetimeFigureOut">
              <a:rPr lang="ru-RU" smtClean="0"/>
              <a:t>10.07.2024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C2E2-E272-4594-9EA7-F5EA0C2346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62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795"/>
            <a:ext cx="12192000" cy="670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900"/>
            <a:ext cx="12192000" cy="66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5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46"/>
            <a:ext cx="12192000" cy="674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0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897"/>
            <a:ext cx="12192000" cy="645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3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072"/>
            <a:ext cx="12192000" cy="640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2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641"/>
            <a:ext cx="12192000" cy="641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0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"/>
            <a:ext cx="1219200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1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467"/>
            <a:ext cx="12192000" cy="653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79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3"/>
            <a:ext cx="12192000" cy="669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5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876" y="0"/>
            <a:ext cx="6604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6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8" y="0"/>
            <a:ext cx="11954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52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28" y="0"/>
            <a:ext cx="11406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9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95" y="0"/>
            <a:ext cx="11892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1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Широкоэкранный</PresentationFormat>
  <Paragraphs>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SBERBANK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Горохов Дмитрий Евгеньевич</dc:creator>
  <cp:lastModifiedBy>Горохов Дмитрий Евгеньевич</cp:lastModifiedBy>
  <cp:revision>3</cp:revision>
  <dcterms:created xsi:type="dcterms:W3CDTF">2024-07-10T12:34:20Z</dcterms:created>
  <dcterms:modified xsi:type="dcterms:W3CDTF">2024-07-10T13:02:08Z</dcterms:modified>
</cp:coreProperties>
</file>